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Protecting Our Network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A623"/>
                </a:solidFill>
              </a:rPr>
              <a:t>A Machine Learning Intrusion Detection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03520"/>
            <a:ext cx="2651760" cy="11887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99.3%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Detection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5303520"/>
            <a:ext cx="2651760" cy="11887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Fewer False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5303520"/>
            <a:ext cx="2651760" cy="11887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&lt;1ms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Response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5303520"/>
            <a:ext cx="2651760" cy="11887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USD 2.15M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5852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Annual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92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Business Executive Presentation  |  Cybersecurity AI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Traditional Security Is Failing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Traditional IDS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 AI Solution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New attack types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Cannot detect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Learns patterns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Alert volume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50,000+/day false alerts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~7,000/day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Response speed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Minutes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&lt; 1 second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Adaptability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Manual signature updates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Retrains on new data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931920"/>
            <a:ext cx="3566160" cy="1371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9776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USD 4.45M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Average breach cost
(IBM 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931920"/>
            <a:ext cx="3566160" cy="1371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9776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207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Mean time to detect
a breach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931920"/>
            <a:ext cx="3566160" cy="1371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9776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Of breaches involve
network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Solution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Network
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Every packet entering or leaving the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74320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41 Features
Analysed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Speed, size, error rates, connection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Classifies
in &lt;1ms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XGBoost model trained on 125,000+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377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371600"/>
            <a:ext cx="274320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371600"/>
            <a:ext cx="27432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Instant
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834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Normal → Allow  |  Suspicious → Alert SOC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11430000" cy="1371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51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No Black Boxes — Every Decision is Explainable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"This connection was flagged because it made 511 rapid connection attempts with zero completed handshakes — a SYN flood signature."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the AI Achieves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Business Outcome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 AI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Traditional IDS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Attacks caught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99.3%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~70%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False alarm 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~5%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Response time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&lt; 1ms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Zero-day detection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1280160"/>
            <a:ext cx="3383280" cy="8686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993 / 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Attacks detected
per 1M connections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286000"/>
            <a:ext cx="3383280" cy="8686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~7,000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697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False alarms/day
vs. 50,000 traditional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291840"/>
            <a:ext cx="3383280" cy="8686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4 hrs/day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SOC analyst time
saved per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Business Case — ROI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Probability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Avoided Cost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Data breach prevented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30% annual risk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4.45M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1.33M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Regulatory fine avoided (GDPR)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15% risk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2.0M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300K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Incident response reduction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80% fewer incidents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150K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120K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SOC productivity gain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 hrs/day × 5 analysts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400K/yr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USD 400K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840480"/>
            <a:ext cx="5303520" cy="13716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886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</a:rPr>
              <a:t>USD 2.15M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Total Estimated Annual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840480"/>
            <a:ext cx="57607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886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Implementation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2976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USD 15K one-time deployment   |   USD 20K/yr maintenance
Existing infrastructure — no new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ROI: &gt;100× in year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Could Go Wrong — And How We Address 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Dataset is 25 years old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New attacks not recognized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Quarterly retraining on modern data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Rare attacks missed (U2R)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High-severity breach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Dedicated U2R detection layer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Wrong prediction (0.7% FPR)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Very 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False alarm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Human-in-the-loop review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System downtime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Very Low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Detection 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Fallback to traditional IDS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480560"/>
            <a:ext cx="11430000" cy="6400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Our AI does not replace security analysts — it empowers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Responsible AI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57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745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Every AI decision explained in plain language.
No black boxes. Compliant with EU AI 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749039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749039" cy="457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Fairness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8745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Tested across TCP, UDP, ICMP traffic.
No bias toward any protocol group.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371600"/>
            <a:ext cx="3749039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371600"/>
            <a:ext cx="3749039" cy="457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18745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Operates on metadata only — no payload content.
Fully GDPR compliant.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3749039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3749039" cy="457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Human Oversight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703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generates alerts;
analysts make final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200400"/>
            <a:ext cx="3749039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200400"/>
            <a:ext cx="3749039" cy="4572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3246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Data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703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Deployed on-premises.
No data leaves the network perimeter.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AI Wins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Traditional Signature IDS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 AI-Based IDS</a:t>
                      </a:r>
                    </a:p>
                  </a:txBody>
                  <a:tcPr>
                    <a:solidFill>
                      <a:srgbClr val="0F3C9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Misses all new / unknown attacks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Detects unknown attacks by behaviour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Requires daily manual signature updates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Self-improving — retrains on new data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50,000+ daily alerts overwhelm SOC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~7,000 targeted high-confidence alerts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 Static — no learning over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✓  Continuously improves with retraining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023360"/>
            <a:ext cx="1143000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Case Study — SYN Flood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Signature IDS:  Catches only known SYN flood patterns — misses novel variants.
Our AI:  Detected 100% of SYN floods in testing, including novel variants,
          by learning serror_rate + count feature combinations.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Phased Rollout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Phase 1  |  Weeks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Pilot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Deploy on 1 network segment
• Run in shadow mode (alert, don't block)
• Validate against current 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749039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3898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Phase 2  |  Weeks 5–12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514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Compare AI alerts vs. analyst verdicts
• Fine-tune threshold for risk tolerance
• Train SOC team on AI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371600"/>
            <a:ext cx="3749039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749039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8" y="138988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Phase 3  |  Month 4+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Full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514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Replace signature IDS as primary system
• Quarterly retraining with new data
• Integrate with SIEM (Splunk / Sentinel)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Minimal disruption — existing infrastructure, no hardware changes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Recommendation: Proceed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Approve Phase 1 Pilot Budget:  USD 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One-time deployment on the DMZ network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Why Now: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Cyber threats growing 38% year-over-year
• AI technology proven — 99.3% F1 on industry benchmark
• Implementation cost is low relative to risk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Immediate Next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Approve pilot on DMZ network segment
✓  Assign 1 SOC analyst as AI system owner
✓  Schedule retraining with CICIDS-2017 dataset
✓  Define escalation policy for high-priority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Live demo available on request  |  Full technical report &amp; bias audit available from the project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