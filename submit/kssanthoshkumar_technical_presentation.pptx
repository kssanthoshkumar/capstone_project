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9377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Network Traffic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A623"/>
                </a:solidFill>
              </a:rPr>
              <a:t>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Detecting Cyber Threats with AI: From Data to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5120640"/>
            <a:ext cx="2834640" cy="10972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166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8B"/>
                </a:solidFill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4864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Cybersecurity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5120640"/>
            <a:ext cx="2834640" cy="10972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5166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8B"/>
                </a:solidFill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54864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NSL-KDD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120640"/>
            <a:ext cx="2834640" cy="10972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5166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8B"/>
                </a:solidFill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4864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LR · RF · XGBoost · IsolForest · Autoencoder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5120640"/>
            <a:ext cx="2834640" cy="10972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5166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8B"/>
                </a:solidFill>
              </a:rPr>
              <a:t>Best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54864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Autoencoder F1=0.836 (recall)  |  XGBoost AUC=0.967 (precision)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Capstone Project  |  Pillar 5  |  AI/ML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Framing &amp; Task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219456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Task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Binary Classification (primary)
  →  Normal vs. Attack
Multi-class (secondary)
  →  DoS | Probe | R2L | U2R
Unsupervised (benchmark)
  →  Isolation Forest + Autoencoder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5852160" cy="91440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0759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Classify network connection records
(41 features) as Normal or Attack,
identifying attack category.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</a:rPr>
              <a:t>Success Metrics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35040" y="2697480"/>
          <a:ext cx="5852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≥ 0.97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Imbalanced classes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≥ 0.99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Threshold-agnostic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FPR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≤ 0.02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SOC capacity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≥ 0.98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Attack miss cost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Overview — NSL-KDD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Train rows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125,973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Test rows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22,544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41  (38 numeric + 3 categorical)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Missing values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Attack split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DoS 76%  |  Probe 19%  |  R2L 4%  |  U2R 0.3%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657600"/>
            <a:ext cx="5669280" cy="59436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Key advantage: removed 78% duplicate records vs KDD'99 — avoids inflated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</a:rPr>
              <a:t>Attack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486400" cy="9144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1097280" cy="91440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373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neptune, smurf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Overwhelm service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697480"/>
            <a:ext cx="5486400" cy="9144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697480"/>
            <a:ext cx="1097280" cy="91440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Probe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74320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ipsweep, nmap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1089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Network reconnaissance/scanning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03320"/>
            <a:ext cx="5486400" cy="9144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703320"/>
            <a:ext cx="1097280" cy="91440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R2L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7490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guess_passwd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1148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Remote-to-local unauthorised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709160"/>
            <a:ext cx="5486400" cy="9144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1097280" cy="91440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U2R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75488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buffer_overflow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1206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Privilege escalation to root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377440" cy="57607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Remove Duplicates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234440"/>
            <a:ext cx="8961120" cy="57607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25880"/>
            <a:ext cx="8778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No duplicate rows remain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10512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01952"/>
            <a:ext cx="2377440" cy="57607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93392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Outlier Capping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901952"/>
            <a:ext cx="8961120" cy="57607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993392"/>
            <a:ext cx="8778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IQR × 3 — computed on train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78024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69464"/>
            <a:ext cx="2377440" cy="57607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660904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Numeric (38)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569464"/>
            <a:ext cx="8961120" cy="57607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660904"/>
            <a:ext cx="8778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Median Imputation → StandardScaler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45536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36976"/>
            <a:ext cx="2377440" cy="57607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28416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Categorical (3)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236976"/>
            <a:ext cx="8961120" cy="57607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3328416"/>
            <a:ext cx="8778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Mode Imputation → OneHotEncoder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13048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04488"/>
            <a:ext cx="2377440" cy="57607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995928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 Eng.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904488"/>
            <a:ext cx="8961120" cy="57607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995928"/>
            <a:ext cx="8778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+10 domain features (byte_ratio, error_rate_total …)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80560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72000"/>
            <a:ext cx="2377440" cy="57607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663440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Binning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572000"/>
            <a:ext cx="8961120" cy="57607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663440"/>
            <a:ext cx="8778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count, srv_count → low/med/high/very_high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148072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A623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39512"/>
            <a:ext cx="2377440" cy="57607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330952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5239512"/>
            <a:ext cx="8961120" cy="57607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5330952"/>
            <a:ext cx="8778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55-feature scaled matrix  |  125k × 55 train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1539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8B8B"/>
                </a:solidFill>
              </a:rPr>
              <a:t>Anti-leakage:  difficulty_level excluded  |  preprocessor fit on train only  |  outlier caps from train quantiles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EDA —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669280" cy="20116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669280" cy="41148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710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Finding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serror_rate Separates Attacks Perfectly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The SYN error rate is near 0 for all normal traffic and near 1 for DoS/SYN-flood attacks.
Single strongest binary discriminator in the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669280" cy="20116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669280" cy="41148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710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Finding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flag=S0 ≈ 100%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Connections with flag S0 (incomplete handshake) are overwhelmingly attacks.
One-hot encoded as a top-ranked feature.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29000"/>
            <a:ext cx="5669280" cy="20116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5669280" cy="41148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655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Finding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Multicollinearity in Error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serror_rate ↔ dst_host_serror_rate: r=0.92
PCA applied before Autoencoder to decorrelate.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429000"/>
            <a:ext cx="5669280" cy="20116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429000"/>
            <a:ext cx="5669280" cy="41148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655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Finding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86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t-SNE: Clear Cluster Separation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5669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Attack and normal traffic form well-separated clusters in 2D embedding,
confirming that linear + tree models should achieve high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 &amp;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</a:rPr>
              <a:t>10 Domain-Derived Features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45920"/>
          <a:ext cx="56692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505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Security Insight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byte_ratio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Asymmetric traffic → C2 communication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error_rate_total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High = DoS or scan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log_src_bytes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Normalises heavy-tail distribution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is_long_connection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Tunnelling detection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host_srv_ratio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Port scan concentration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234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</a:rPr>
              <a:t>Feature Selection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1828800" cy="210312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182880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Filter
(Mutual Information)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 features selected
serror_rate, flag_SF,
flag_S0, logged_in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45920"/>
            <a:ext cx="1828800" cy="210312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645920"/>
            <a:ext cx="182880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64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Embedded
(Gradient Boosting)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945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 features
at median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645920"/>
            <a:ext cx="1828800" cy="210312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49840" y="1645920"/>
            <a:ext cx="182880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16642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Agreement
(Both Methods)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1945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 high-confidence
features used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11430000" cy="77724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593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Dimensionality Reduction  — 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793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55 → 23 components  (95% variance retained)   |   Used for Autoencoder training   |   Supervised models use full 55-feature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42875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Logistic Regression
(baseline)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L2 regularisation
C=1.0, lbfgs solver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4879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48790" y="1234440"/>
            <a:ext cx="142875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879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879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max_depth=10
Gini impurity
Fast, interpretable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326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3260" y="1234440"/>
            <a:ext cx="142875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326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326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200 trees
StratifiedKFold CV
max_depth tuned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773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7730" y="1234440"/>
            <a:ext cx="142875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773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XGBoost
(tuned)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773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300 estimators, depth=6
scale_pos_weight
t=0.05 threshold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234440"/>
            <a:ext cx="142875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300 estimators
Histogram-based
Faster than XGBoost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4667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46670" y="1234440"/>
            <a:ext cx="142875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667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SVM
(LinearSVC)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667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CalibratedClassifierCV
Linear kernel O(n)
class_weight='balanced'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114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1140" y="1234440"/>
            <a:ext cx="1428750" cy="50292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114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Isolation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114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200 trees
contamination=0.47
Unsupervised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95610" y="1234440"/>
            <a:ext cx="1428750" cy="50292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95610" y="1234440"/>
            <a:ext cx="142875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95610" y="1252728"/>
            <a:ext cx="142875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Autoencoder
(Deep Learning)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95610" y="1783080"/>
            <a:ext cx="142875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55→64→32→16→32→64→55
Trained on NORMAL only
MSE &gt; 95th pct = attack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Results on KDDTest+ (22,544 held-out records with novel attack subtypes)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087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Autoencoder  ★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0.741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0.960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0.836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0.817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Deep Learning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XGBoost (t=0.05)  ★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0.725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0.828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Supervised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0.968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0.669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0.791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0.838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Supervised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XGBoost (default)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0.648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0.776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Supervised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LightGBM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0.966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0.631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0.763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0.955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Supervised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0.968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0.605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0.744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0.953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Supervised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Isolation Forest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0.748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0.716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0.732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0.779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Unsupervised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SVM (LinearSVC)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0.735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0.619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0.672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0.651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Supervised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0.734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0.620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0.673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0.654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Supervised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Deployment trade-offs: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651760" cy="10058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1389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Highest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68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Autoencoder: 0.960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5120640"/>
            <a:ext cx="2651760" cy="10058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51389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Best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468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Autoencoder: 0.836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5120640"/>
            <a:ext cx="2651760" cy="10058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51389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Best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468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XGBoost: 0.967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5120640"/>
            <a:ext cx="2651760" cy="10058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51389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Best 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468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XGBoost: 0.967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SHAP + LIME + PDP + ICE — Explainability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" cy="786384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972800" cy="786384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618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serror_rate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High → DoS / SYN flood
Pushes prediction strongly to 'attack'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12264"/>
            <a:ext cx="548640" cy="786384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9514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112264"/>
            <a:ext cx="10972800" cy="786384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1396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same_srv_rate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Low → port scan
Distinguishes probe from normal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90088"/>
            <a:ext cx="548640" cy="786384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729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990088"/>
            <a:ext cx="10972800" cy="786384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0175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flag_S0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924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Incomplete connection = attack signature
One-hot encoded top feature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67912"/>
            <a:ext cx="548640" cy="786384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507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867912"/>
            <a:ext cx="10972800" cy="786384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953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dst_host_serror_rate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7024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Persistent SYN errors at destination
Correlated with serror_rate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45736"/>
            <a:ext cx="548640" cy="786384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92861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745736"/>
            <a:ext cx="10972800" cy="786384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7731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src_bytes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480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Zero or extreme = anomalous
Key DoS indicator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881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Local explanation — neptune DoS instance #7841: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081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serror_rate=1.0 → +1.42 SHAP   |   flag=S0 → +0.87 SHAP   |   count=511 → +0.63 SHAP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Bias Audit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Fairness evaluated across 3 subgroup dimensions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5448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Subgroup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DPD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EOD_FPR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EOD_TPR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FPR_Ratio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protocol_type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0.031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0.007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0.013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1.19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0.044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0.018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0.021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0.052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0.021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0.028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1.24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✅ PASS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3375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8B"/>
                </a:solidFill>
              </a:rPr>
              <a:t>Concern Thresholds (all subgroups below):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3566160" cy="82296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7673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DPD &gt;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3308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Concern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749039"/>
            <a:ext cx="3566160" cy="82296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7673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EOD &gt; 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13308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Concern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49039"/>
            <a:ext cx="3566160" cy="82296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7673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Ratio &gt; 1.25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3308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Concern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11430000" cy="91440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Slight variation in ICMP/UDP reflects genuine traffic pattern differences,
not model bias. All subgroups pass fairness thresholds.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Mitigations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E4D9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Class Imbalance (U2R: 0.3%)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Misses rare high-severity attacks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SMOTE + class_weight='balanced'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Dataset Age (1999 traffic)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Zero-day attacks not represented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Retrain on CICIDS-2017/2018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Overfitting (train F1=0.999)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Marginal; CV-controlled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StratifiedKFold + depth limits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Data Leakage risk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Eliminated in pipeline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difficulty_level excluded; train-only fit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Distribution Shift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Production degradation over time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Evidently AI drift monitoring</a:t>
                      </a:r>
                    </a:p>
                  </a:txBody>
                  <a:tcPr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617720"/>
            <a:ext cx="11430000" cy="777240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Recommended next step: retrain quarterly on CICIDS-2017/2018 modern captures to reduce dataset-age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24128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8B"/>
                </a:solidFill>
              </a:rP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Deployment Architecture &amp; Conclusion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234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91640"/>
            <a:ext cx="4389120" cy="71323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7190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F1=0.776 XGB  |  F1=0.836 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57400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All models evaluated on KDDTest+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496312"/>
            <a:ext cx="4389120" cy="71323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52374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SHAP + LIME + PDP + 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86207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Domain-meaningful features confirmed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300984"/>
            <a:ext cx="4389120" cy="71323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32841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Bias Audit (DIR=0.21)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666744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Protocol-level disparate impact explained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105656"/>
            <a:ext cx="4389120" cy="71323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13308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FastAPI + Streamlit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471416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Input validation + X-From traceability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910328"/>
            <a:ext cx="4389120" cy="713232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9377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Full Reproducibility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27608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Saved models, configs &amp; notebooks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72200"/>
            <a:ext cx="11430000" cy="438912"/>
          </a:xfrm>
          <a:prstGeom prst="rect">
            <a:avLst/>
          </a:prstGeom>
          <a:solidFill>
            <a:srgbClr val="0E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1996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Technical Presentation  |  Capstone Project  |  AI/ML Fundamentals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